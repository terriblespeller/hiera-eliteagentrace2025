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02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77F01-3146-047E-03C1-AB98457E0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BEDEE-5E7E-7A94-159F-767956317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159A7-4EC9-2746-1DCB-B64702D4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2E138-0735-7611-5604-2E1F72D7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FF310-3EBB-D1D0-E2FA-EBD10DFB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19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B7D5-E10B-E996-DA0F-621A0CC1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2485B-F6FE-A3A8-C5AF-C5520B521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8C59F-0BC9-3680-E295-89DEB7790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30DB8-97FE-26CF-073C-6C5C1C61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E03C1-8923-0D10-E663-DBCA35F0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244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0649C-56B7-C680-F4B5-D7E3173C3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50C81-2B21-7A49-123C-B70B83F6F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ECB6C-69C4-6878-9E8F-A8A3BFDB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59A2B-6159-935B-0B3A-48F6C990C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F0DCA-4735-4E7C-AE65-792DD5B20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8219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C0034-1DB8-1976-7A94-8FFFDEF2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E35C4-302E-71D2-89CD-63C504C3F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A8635-C03A-D81C-D9BB-162D4BA4E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57F4D-00EB-57B9-386B-CB7E978E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45757-50DB-7DA9-E0A0-ADE33247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D67A2-FC45-21EF-6EF0-7388F3E6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536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2C66-B981-E92D-DB5C-B3A8F3F46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470B5-2841-D757-917B-4B0845077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0474F-CEC5-A75A-46DC-9E5D0860A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40FFF-308C-E479-3309-0D86C2652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4D5E5-A895-155E-4DDE-64DD659CC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9471E2-7491-3506-F871-B53643A6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27188-2BD6-BD29-2889-D0A0E21B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09BE7-89B1-9D37-1C83-2380FB8D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1575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6F1B-4094-48EF-07F2-3E5C5E056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E8F53B-EE01-F001-A2EE-B5E372329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242BA-FF61-E786-42AB-FB30DC952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D5D79-4453-A0D5-FC0D-E2E5E4B77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4691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6C6AB-007A-FF15-279B-202D637B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C249CF-001B-B786-4703-2B5FEAEE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A92D8-B231-FC5A-EBC1-562880FE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02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5E08-FDEB-1966-C39A-6DCC64DF4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39F8-9D41-E137-8560-9B0F9E2FA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913E7-7E34-5350-1E84-8EFEBCA9A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06787-4262-5697-FC18-2500A1829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49591-CA84-C139-D5AB-97CA67A9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C501-E766-4863-0A69-577043AE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8457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5AECE-DA68-0969-F21D-C71030888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2F783-ABB8-4C59-5238-71A56F147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949CF-B81D-0EEF-9296-36CC00653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A7AC7-99A6-BA20-6C39-E9FF0269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38DE4-F369-79DC-88FA-2DE09A0F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99C83-B560-B632-781F-DF62B686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466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7DA43-2D5E-83F0-527E-047E80C0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BE39B-64AD-05D9-19D2-3B5489DF6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ADD11-6480-BADE-705A-F4BDDBCB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D8ED8-339E-EC71-6EA2-787F1413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800C1-F18B-4A3B-3AD9-C46AC244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682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896EAF-B01C-E7DA-9A6C-AF000001C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904A4-099B-F418-1039-F3CB05F7D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4A70F-42DD-4933-40F1-DFB11112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DE03D-5BF0-CFD9-8DE2-457C0117C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AE0E2-4CF7-0415-8943-B0B7006F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393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A2D00B-9241-3250-1A9D-E202486C4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2857A-4A83-CBCF-0A2D-B3533C088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3F127-909E-02A6-0559-6ADE26704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53D88-2D21-4207-911D-23132117B592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04E16-67E1-41A5-E803-2EBB10E69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C9D27-925E-7ED7-5988-C9CA21231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47FD9-F30A-413C-8C17-A7746BC34C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156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FC881-DE81-E969-6F57-D7445B4A3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old ball with money flying out of it&#10;&#10;AI-generated content may be incorrect.">
            <a:extLst>
              <a:ext uri="{FF2B5EF4-FFF2-40B4-BE49-F238E27FC236}">
                <a16:creationId xmlns:a16="http://schemas.microsoft.com/office/drawing/2014/main" id="{6A6F1B04-ADEF-2457-ABA1-C5C12CEE0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Picture 4" descr="A gold ball with money falling from it&#10;&#10;AI-generated content may be incorrect.">
            <a:extLst>
              <a:ext uri="{FF2B5EF4-FFF2-40B4-BE49-F238E27FC236}">
                <a16:creationId xmlns:a16="http://schemas.microsoft.com/office/drawing/2014/main" id="{B8F44169-48B3-2AD2-7DB2-11D509C22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123707"/>
            <a:ext cx="12188952" cy="69808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E02675D-34D5-F484-94FE-9361109990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852" y="6133573"/>
            <a:ext cx="12483045" cy="724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43B13E-875F-A676-F586-72BDFA0C9922}"/>
              </a:ext>
            </a:extLst>
          </p:cNvPr>
          <p:cNvSpPr txBox="1"/>
          <p:nvPr/>
        </p:nvSpPr>
        <p:spPr>
          <a:xfrm>
            <a:off x="548639" y="6487748"/>
            <a:ext cx="1497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www.hierabsd.co.id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9FAE28C2-A3EE-28CD-527F-5A4E3D93533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7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4903" y="2049076"/>
            <a:ext cx="4762889" cy="1519276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DF9BB1ED-9C78-F1AE-1E03-88F5CECFB685}"/>
              </a:ext>
            </a:extLst>
          </p:cNvPr>
          <p:cNvGrpSpPr/>
          <p:nvPr/>
        </p:nvGrpSpPr>
        <p:grpSpPr>
          <a:xfrm>
            <a:off x="4422462" y="5250569"/>
            <a:ext cx="3023867" cy="585651"/>
            <a:chOff x="4422462" y="5250569"/>
            <a:chExt cx="3023867" cy="5856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DDFCFA3-0C2E-06C6-B4B4-F54087C34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8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422462" y="5250569"/>
              <a:ext cx="3023867" cy="58565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FF6A4B-A797-ABCC-5FFB-FEE49233FF90}"/>
                </a:ext>
              </a:extLst>
            </p:cNvPr>
            <p:cNvSpPr txBox="1"/>
            <p:nvPr/>
          </p:nvSpPr>
          <p:spPr>
            <a:xfrm>
              <a:off x="5384404" y="5320159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>
                  <a:latin typeface="Arial Rounded MT Bold" panose="020F0704030504030204" pitchFamily="34" charset="0"/>
                </a:rPr>
                <a:t>1 UNITS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FCB6A1-E4E1-A5D8-4D22-D05DF533735F}"/>
              </a:ext>
            </a:extLst>
          </p:cNvPr>
          <p:cNvGrpSpPr/>
          <p:nvPr/>
        </p:nvGrpSpPr>
        <p:grpSpPr>
          <a:xfrm>
            <a:off x="4022069" y="4822872"/>
            <a:ext cx="3824654" cy="442226"/>
            <a:chOff x="4022069" y="4822872"/>
            <a:chExt cx="3824654" cy="44222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1CEF229-4402-C2CD-967F-00A710668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87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022069" y="4822872"/>
              <a:ext cx="3824654" cy="44222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C26C15-A5B1-C65E-4CA8-4FD3B18D0C09}"/>
                </a:ext>
              </a:extLst>
            </p:cNvPr>
            <p:cNvSpPr txBox="1"/>
            <p:nvPr/>
          </p:nvSpPr>
          <p:spPr>
            <a:xfrm>
              <a:off x="5384403" y="4848483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>
                  <a:latin typeface="Arial Rounded MT Bold" panose="020F0704030504030204" pitchFamily="34" charset="0"/>
                </a:rPr>
                <a:t>2 UNITS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F1C909-6367-ED13-37D8-D0532BB3B1D0}"/>
              </a:ext>
            </a:extLst>
          </p:cNvPr>
          <p:cNvGrpSpPr/>
          <p:nvPr/>
        </p:nvGrpSpPr>
        <p:grpSpPr>
          <a:xfrm>
            <a:off x="3768088" y="4395175"/>
            <a:ext cx="4332615" cy="442226"/>
            <a:chOff x="3768088" y="4395175"/>
            <a:chExt cx="4332615" cy="442226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C2CB864-BF0F-FE7E-E8C5-59D2372AE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87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768088" y="4395175"/>
              <a:ext cx="4332615" cy="44222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597F0C-C622-E526-ECC4-BB71F77441E6}"/>
                </a:ext>
              </a:extLst>
            </p:cNvPr>
            <p:cNvSpPr txBox="1"/>
            <p:nvPr/>
          </p:nvSpPr>
          <p:spPr>
            <a:xfrm>
              <a:off x="5384404" y="4413212"/>
              <a:ext cx="10999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>
                  <a:latin typeface="Arial Rounded MT Bold" panose="020F0704030504030204" pitchFamily="34" charset="0"/>
                </a:rPr>
                <a:t>3 UNITS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5961160-DD2C-8E00-BA03-9A903AD74E87}"/>
              </a:ext>
            </a:extLst>
          </p:cNvPr>
          <p:cNvGrpSpPr/>
          <p:nvPr/>
        </p:nvGrpSpPr>
        <p:grpSpPr>
          <a:xfrm>
            <a:off x="3552951" y="3954396"/>
            <a:ext cx="4762889" cy="444082"/>
            <a:chOff x="3552951" y="3711236"/>
            <a:chExt cx="4762889" cy="687243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7B07A8D-378F-DD64-BD1A-D5F08A490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 amt="84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552951" y="3711236"/>
              <a:ext cx="4762889" cy="68724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A7034F4-9163-CEA0-CEC6-053B6C3EDDB4}"/>
                </a:ext>
              </a:extLst>
            </p:cNvPr>
            <p:cNvSpPr txBox="1"/>
            <p:nvPr/>
          </p:nvSpPr>
          <p:spPr>
            <a:xfrm>
              <a:off x="5384403" y="3799846"/>
              <a:ext cx="1099981" cy="571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>
                  <a:latin typeface="Arial Rounded MT Bold" panose="020F0704030504030204" pitchFamily="34" charset="0"/>
                </a:rPr>
                <a:t>4 UNITS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7B86FE9-66F0-D999-A30D-52781C8124F4}"/>
              </a:ext>
            </a:extLst>
          </p:cNvPr>
          <p:cNvGrpSpPr/>
          <p:nvPr/>
        </p:nvGrpSpPr>
        <p:grpSpPr>
          <a:xfrm>
            <a:off x="5076971" y="2232787"/>
            <a:ext cx="1609735" cy="835067"/>
            <a:chOff x="5076971" y="2232787"/>
            <a:chExt cx="1609735" cy="83506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7230B98-0918-C37B-2D25-302A5D7CD3FD}"/>
                </a:ext>
              </a:extLst>
            </p:cNvPr>
            <p:cNvSpPr txBox="1"/>
            <p:nvPr/>
          </p:nvSpPr>
          <p:spPr>
            <a:xfrm>
              <a:off x="5076971" y="2544634"/>
              <a:ext cx="16097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 UNITS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C2C8D6-1D9C-2DC8-156C-4227A2136239}"/>
                </a:ext>
              </a:extLst>
            </p:cNvPr>
            <p:cNvSpPr txBox="1"/>
            <p:nvPr/>
          </p:nvSpPr>
          <p:spPr>
            <a:xfrm>
              <a:off x="5223300" y="2232787"/>
              <a:ext cx="14221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WINNER!!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5FA8035-A66F-D1C9-636A-77B46B339AA9}"/>
              </a:ext>
            </a:extLst>
          </p:cNvPr>
          <p:cNvGrpSpPr/>
          <p:nvPr/>
        </p:nvGrpSpPr>
        <p:grpSpPr>
          <a:xfrm>
            <a:off x="3500393" y="3511966"/>
            <a:ext cx="4909959" cy="444082"/>
            <a:chOff x="3552951" y="3711236"/>
            <a:chExt cx="4762889" cy="687243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AF7DF8D-0642-94A7-E302-0AF4C08F7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84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552951" y="3711236"/>
              <a:ext cx="4762889" cy="68724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15721D-D6A9-38B5-057E-FCB1527B89CD}"/>
                </a:ext>
              </a:extLst>
            </p:cNvPr>
            <p:cNvSpPr txBox="1"/>
            <p:nvPr/>
          </p:nvSpPr>
          <p:spPr>
            <a:xfrm>
              <a:off x="5400876" y="3799846"/>
              <a:ext cx="1067033" cy="571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>
                  <a:latin typeface="Arial Rounded MT Bold" panose="020F0704030504030204" pitchFamily="34" charset="0"/>
                </a:rPr>
                <a:t>6 UNITS</a:t>
              </a:r>
            </a:p>
          </p:txBody>
        </p:sp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C979331C-098C-BD85-C392-E3F5B5D34BAF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 amt="87000"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62945"/>
          <a:stretch>
            <a:fillRect/>
          </a:stretch>
        </p:blipFill>
        <p:spPr>
          <a:xfrm>
            <a:off x="3529047" y="3014073"/>
            <a:ext cx="4786793" cy="5038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2ADA93-59FB-6575-5023-B11B4A7D584D}"/>
              </a:ext>
            </a:extLst>
          </p:cNvPr>
          <p:cNvSpPr txBox="1"/>
          <p:nvPr/>
        </p:nvSpPr>
        <p:spPr>
          <a:xfrm>
            <a:off x="5403613" y="308480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 Rounded MT Bold" panose="020F0704030504030204" pitchFamily="34" charset="0"/>
              </a:rPr>
              <a:t>7 UNITS</a:t>
            </a:r>
          </a:p>
        </p:txBody>
      </p:sp>
    </p:spTree>
    <p:extLst>
      <p:ext uri="{BB962C8B-B14F-4D97-AF65-F5344CB8AC3E}">
        <p14:creationId xmlns:p14="http://schemas.microsoft.com/office/powerpoint/2010/main" val="198873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Rounded MT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Michella Devina</dc:creator>
  <cp:lastModifiedBy>Michella Devina</cp:lastModifiedBy>
  <cp:revision>1</cp:revision>
  <dcterms:created xsi:type="dcterms:W3CDTF">2025-07-24T02:07:25Z</dcterms:created>
  <dcterms:modified xsi:type="dcterms:W3CDTF">2025-07-24T02:07:54Z</dcterms:modified>
</cp:coreProperties>
</file>